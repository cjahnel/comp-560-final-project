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5"/>
    <p:sldMasterId id="214748370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Roboto Medium"/>
      <p:regular r:id="rId16"/>
      <p:bold r:id="rId17"/>
      <p:italic r:id="rId18"/>
      <p:boldItalic r:id="rId19"/>
    </p:embeddedFont>
    <p:embeddedFont>
      <p:font typeface="Libre Baskervill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E05B86-AA3D-40A3-9E47-0D24B5D8A499}">
  <a:tblStyle styleId="{60E05B86-AA3D-40A3-9E47-0D24B5D8A4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0" Type="http://schemas.openxmlformats.org/officeDocument/2006/relationships/font" Target="fonts/LibreBaskerville-regular.fntdata"/><Relationship Id="rId22" Type="http://schemas.openxmlformats.org/officeDocument/2006/relationships/font" Target="fonts/LibreBaskerville-italic.fntdata"/><Relationship Id="rId21" Type="http://schemas.openxmlformats.org/officeDocument/2006/relationships/font" Target="fonts/LibreBaskerville-bold.fntdata"/><Relationship Id="rId23" Type="http://schemas.openxmlformats.org/officeDocument/2006/relationships/font" Target="fonts/LibreBaskerville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RobotoMedium-bold.fntdata"/><Relationship Id="rId16" Type="http://schemas.openxmlformats.org/officeDocument/2006/relationships/font" Target="fonts/RobotoMedium-regular.fntdata"/><Relationship Id="rId19" Type="http://schemas.openxmlformats.org/officeDocument/2006/relationships/font" Target="fonts/RobotoMedium-boldItalic.fntdata"/><Relationship Id="rId18" Type="http://schemas.openxmlformats.org/officeDocument/2006/relationships/font" Target="fonts/Roboto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d829b0b2e8_2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d829b0b2e8_2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d829b0b2e8_2_1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d829b0b2e8_2_1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829b0b2e8_2_1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d829b0b2e8_2_1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d829b0b2e8_2_1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d829b0b2e8_2_1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" type="subTitle"/>
          </p:nvPr>
        </p:nvSpPr>
        <p:spPr>
          <a:xfrm>
            <a:off x="6502400" y="2649900"/>
            <a:ext cx="25161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3" type="body"/>
          </p:nvPr>
        </p:nvSpPr>
        <p:spPr>
          <a:xfrm>
            <a:off x="122125" y="4701375"/>
            <a:ext cx="23949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6628100" y="4701375"/>
            <a:ext cx="23901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35"/>
          <p:cNvSpPr txBox="1"/>
          <p:nvPr/>
        </p:nvSpPr>
        <p:spPr>
          <a:xfrm>
            <a:off x="7921775" y="3008400"/>
            <a:ext cx="12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eet">
  <p:cSld name="SECTION_HEADER_1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" name="Google Shape;186;p3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3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8" name="Google Shape;188;p3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9" name="Google Shape;189;p36"/>
          <p:cNvSpPr txBox="1"/>
          <p:nvPr>
            <p:ph type="title"/>
          </p:nvPr>
        </p:nvSpPr>
        <p:spPr>
          <a:xfrm>
            <a:off x="125700" y="125600"/>
            <a:ext cx="33141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6"/>
          <p:cNvSpPr txBox="1"/>
          <p:nvPr>
            <p:ph idx="3" type="subTitle"/>
          </p:nvPr>
        </p:nvSpPr>
        <p:spPr>
          <a:xfrm>
            <a:off x="5831600" y="236604"/>
            <a:ext cx="3187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1" name="Google Shape;191;p36"/>
          <p:cNvSpPr/>
          <p:nvPr>
            <p:ph idx="4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x">
  <p:cSld name="TITLE_AND_BODY"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7"/>
          <p:cNvSpPr/>
          <p:nvPr/>
        </p:nvSpPr>
        <p:spPr>
          <a:xfrm>
            <a:off x="125700" y="125597"/>
            <a:ext cx="39855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7"/>
          <p:cNvSpPr/>
          <p:nvPr/>
        </p:nvSpPr>
        <p:spPr>
          <a:xfrm>
            <a:off x="4236800" y="125550"/>
            <a:ext cx="4782600" cy="457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7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4543850" y="1752125"/>
            <a:ext cx="41685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199" name="Google Shape;199;p3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37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3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TWO_COLUMNS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8"/>
          <p:cNvSpPr/>
          <p:nvPr>
            <p:ph idx="2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7" name="Google Shape;207;p38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08" name="Google Shape;208;p38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09" name="Google Shape;209;p38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10" name="Google Shape;210;p38"/>
          <p:cNvSpPr txBox="1"/>
          <p:nvPr>
            <p:ph idx="1" type="subTitle"/>
          </p:nvPr>
        </p:nvSpPr>
        <p:spPr>
          <a:xfrm>
            <a:off x="251400" y="22178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38"/>
          <p:cNvSpPr txBox="1"/>
          <p:nvPr>
            <p:ph idx="5" type="subTitle"/>
          </p:nvPr>
        </p:nvSpPr>
        <p:spPr>
          <a:xfrm>
            <a:off x="1860124" y="2217823"/>
            <a:ext cx="145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2" name="Google Shape;212;p38"/>
          <p:cNvSpPr txBox="1"/>
          <p:nvPr>
            <p:ph idx="6" type="subTitle"/>
          </p:nvPr>
        </p:nvSpPr>
        <p:spPr>
          <a:xfrm>
            <a:off x="34396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13" name="Google Shape;213;p3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38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5" name="Google Shape;215;p38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6" name="Google Shape;216;p38"/>
          <p:cNvSpPr/>
          <p:nvPr>
            <p:ph idx="9" type="pic"/>
          </p:nvPr>
        </p:nvSpPr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7" name="Google Shape;217;p38"/>
          <p:cNvSpPr/>
          <p:nvPr>
            <p:ph idx="13" type="pic"/>
          </p:nvPr>
        </p:nvSpPr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8" name="Google Shape;218;p38"/>
          <p:cNvSpPr/>
          <p:nvPr>
            <p:ph idx="14" type="pic"/>
          </p:nvPr>
        </p:nvSpPr>
        <p:spPr>
          <a:xfrm>
            <a:off x="50337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9" name="Google Shape;219;p38"/>
          <p:cNvSpPr/>
          <p:nvPr>
            <p:ph idx="15" type="pic"/>
          </p:nvPr>
        </p:nvSpPr>
        <p:spPr>
          <a:xfrm>
            <a:off x="66278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0" name="Google Shape;220;p38"/>
          <p:cNvSpPr txBox="1"/>
          <p:nvPr>
            <p:ph idx="16" type="title"/>
          </p:nvPr>
        </p:nvSpPr>
        <p:spPr>
          <a:xfrm>
            <a:off x="50337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1" name="Google Shape;221;p38"/>
          <p:cNvSpPr txBox="1"/>
          <p:nvPr>
            <p:ph idx="17" type="subTitle"/>
          </p:nvPr>
        </p:nvSpPr>
        <p:spPr>
          <a:xfrm>
            <a:off x="50337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2" name="Google Shape;222;p38"/>
          <p:cNvSpPr txBox="1"/>
          <p:nvPr>
            <p:ph idx="18" type="title"/>
          </p:nvPr>
        </p:nvSpPr>
        <p:spPr>
          <a:xfrm>
            <a:off x="66278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3" name="Google Shape;223;p38"/>
          <p:cNvSpPr txBox="1"/>
          <p:nvPr>
            <p:ph idx="19" type="subTitle"/>
          </p:nvPr>
        </p:nvSpPr>
        <p:spPr>
          <a:xfrm>
            <a:off x="66278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20" type="title"/>
          </p:nvPr>
        </p:nvSpPr>
        <p:spPr>
          <a:xfrm>
            <a:off x="125700" y="134475"/>
            <a:ext cx="79707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25" name="Google Shape;225;p3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3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">
  <p:cSld name="TITLE_ONLY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" name="Google Shape;229;p39"/>
          <p:cNvCxnSpPr/>
          <p:nvPr/>
        </p:nvCxnSpPr>
        <p:spPr>
          <a:xfrm>
            <a:off x="-27475" y="2390175"/>
            <a:ext cx="925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9"/>
          <p:cNvCxnSpPr/>
          <p:nvPr/>
        </p:nvCxnSpPr>
        <p:spPr>
          <a:xfrm>
            <a:off x="4570800" y="-10350"/>
            <a:ext cx="0" cy="483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9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4" name="Google Shape;234;p39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35" name="Google Shape;235;p3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9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8" name="Google Shape;238;p3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TITLE_ONLY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/>
          <p:nvPr/>
        </p:nvSpPr>
        <p:spPr>
          <a:xfrm>
            <a:off x="4572000" y="2411100"/>
            <a:ext cx="4572000" cy="273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40"/>
          <p:cNvSpPr/>
          <p:nvPr/>
        </p:nvSpPr>
        <p:spPr>
          <a:xfrm>
            <a:off x="0" y="2411100"/>
            <a:ext cx="4572000" cy="273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4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40"/>
          <p:cNvSpPr/>
          <p:nvPr/>
        </p:nvSpPr>
        <p:spPr>
          <a:xfrm>
            <a:off x="4572000" y="0"/>
            <a:ext cx="4572000" cy="241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40"/>
          <p:cNvSpPr/>
          <p:nvPr/>
        </p:nvSpPr>
        <p:spPr>
          <a:xfrm>
            <a:off x="0" y="0"/>
            <a:ext cx="4572000" cy="241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40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50" name="Google Shape;250;p4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40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2" name="Google Shape;252;p40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3" name="Google Shape;253;p4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e Input">
  <p:cSld name="ONE_COLUMN_TEXT">
    <p:bg>
      <p:bgPr>
        <a:solidFill>
          <a:schemeClr val="dk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1"/>
          <p:cNvSpPr/>
          <p:nvPr/>
        </p:nvSpPr>
        <p:spPr>
          <a:xfrm>
            <a:off x="2514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1"/>
          <p:cNvSpPr/>
          <p:nvPr/>
        </p:nvSpPr>
        <p:spPr>
          <a:xfrm>
            <a:off x="18455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41"/>
          <p:cNvSpPr/>
          <p:nvPr/>
        </p:nvSpPr>
        <p:spPr>
          <a:xfrm>
            <a:off x="3439600" y="1680400"/>
            <a:ext cx="1468500" cy="30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41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23978" y="2596823"/>
            <a:ext cx="13230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41"/>
          <p:cNvSpPr txBox="1"/>
          <p:nvPr>
            <p:ph idx="2" type="body"/>
          </p:nvPr>
        </p:nvSpPr>
        <p:spPr>
          <a:xfrm>
            <a:off x="1918085" y="2596782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41"/>
          <p:cNvSpPr txBox="1"/>
          <p:nvPr>
            <p:ph idx="3" type="body"/>
          </p:nvPr>
        </p:nvSpPr>
        <p:spPr>
          <a:xfrm>
            <a:off x="3512185" y="2596890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64" name="Google Shape;264;p41"/>
          <p:cNvSpPr txBox="1"/>
          <p:nvPr>
            <p:ph idx="4" type="subTitle"/>
          </p:nvPr>
        </p:nvSpPr>
        <p:spPr>
          <a:xfrm>
            <a:off x="490551" y="1735531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5" name="Google Shape;265;p41"/>
          <p:cNvSpPr txBox="1"/>
          <p:nvPr>
            <p:ph idx="5" type="subTitle"/>
          </p:nvPr>
        </p:nvSpPr>
        <p:spPr>
          <a:xfrm>
            <a:off x="2084677" y="1742395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6" name="Google Shape;266;p41"/>
          <p:cNvSpPr txBox="1"/>
          <p:nvPr>
            <p:ph idx="6" type="subTitle"/>
          </p:nvPr>
        </p:nvSpPr>
        <p:spPr>
          <a:xfrm>
            <a:off x="3678777" y="1742612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267" name="Google Shape;267;p41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41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41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4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4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top Continue">
  <p:cSld name="ONE_COLUMN_TEXT_1_1"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42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2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2"/>
          <p:cNvSpPr/>
          <p:nvPr/>
        </p:nvSpPr>
        <p:spPr>
          <a:xfrm>
            <a:off x="4782500" y="3320750"/>
            <a:ext cx="4111200" cy="138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277;p42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4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4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" name="Google Shape;281;p42"/>
          <p:cNvSpPr txBox="1"/>
          <p:nvPr>
            <p:ph idx="4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2" name="Google Shape;282;p42"/>
          <p:cNvSpPr txBox="1"/>
          <p:nvPr>
            <p:ph idx="5" type="body"/>
          </p:nvPr>
        </p:nvSpPr>
        <p:spPr>
          <a:xfrm>
            <a:off x="5033900" y="3320750"/>
            <a:ext cx="3601200" cy="1380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3" name="Google Shape;283;p4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4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ONE_COLUMN_TEXT_1_1_1"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>
            <p:ph type="title"/>
          </p:nvPr>
        </p:nvSpPr>
        <p:spPr>
          <a:xfrm>
            <a:off x="125700" y="134475"/>
            <a:ext cx="25170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87" name="Google Shape;287;p4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43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4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0" name="Google Shape;290;p4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1" name="Google Shape;291;p43"/>
          <p:cNvSpPr/>
          <p:nvPr/>
        </p:nvSpPr>
        <p:spPr>
          <a:xfrm>
            <a:off x="3314045" y="28860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3"/>
          <p:cNvSpPr/>
          <p:nvPr/>
        </p:nvSpPr>
        <p:spPr>
          <a:xfrm>
            <a:off x="3314045" y="180891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3"/>
          <p:cNvSpPr/>
          <p:nvPr/>
        </p:nvSpPr>
        <p:spPr>
          <a:xfrm>
            <a:off x="3314000" y="3329144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3"/>
          <p:cNvSpPr/>
          <p:nvPr/>
        </p:nvSpPr>
        <p:spPr>
          <a:xfrm>
            <a:off x="6502495" y="28845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3"/>
          <p:cNvSpPr/>
          <p:nvPr/>
        </p:nvSpPr>
        <p:spPr>
          <a:xfrm>
            <a:off x="6502495" y="18087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3"/>
          <p:cNvSpPr/>
          <p:nvPr/>
        </p:nvSpPr>
        <p:spPr>
          <a:xfrm>
            <a:off x="6502450" y="3328994"/>
            <a:ext cx="23913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3"/>
          <p:cNvSpPr txBox="1"/>
          <p:nvPr/>
        </p:nvSpPr>
        <p:spPr>
          <a:xfrm>
            <a:off x="2642663" y="28860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98" name="Google Shape;298;p43"/>
          <p:cNvSpPr txBox="1"/>
          <p:nvPr/>
        </p:nvSpPr>
        <p:spPr>
          <a:xfrm>
            <a:off x="2642663" y="180891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99" name="Google Shape;299;p43"/>
          <p:cNvSpPr txBox="1"/>
          <p:nvPr/>
        </p:nvSpPr>
        <p:spPr>
          <a:xfrm>
            <a:off x="2642600" y="332914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0" name="Google Shape;300;p43"/>
          <p:cNvSpPr txBox="1"/>
          <p:nvPr/>
        </p:nvSpPr>
        <p:spPr>
          <a:xfrm>
            <a:off x="5831163" y="28845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5831163" y="180876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2" name="Google Shape;302;p43"/>
          <p:cNvSpPr txBox="1"/>
          <p:nvPr/>
        </p:nvSpPr>
        <p:spPr>
          <a:xfrm>
            <a:off x="5831100" y="332899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	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3" name="Google Shape;303;p43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4" name="Google Shape;304;p43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5" name="Google Shape;305;p43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6" name="Google Shape;306;p43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7" name="Google Shape;307;p43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8" name="Google Shape;308;p43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4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4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y">
  <p:cSld name="CUSTOM_7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/>
          <p:nvPr>
            <p:ph idx="2" type="pic"/>
          </p:nvPr>
        </p:nvSpPr>
        <p:spPr>
          <a:xfrm>
            <a:off x="3822106" y="0"/>
            <a:ext cx="532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4"/>
          <p:cNvSpPr txBox="1"/>
          <p:nvPr>
            <p:ph type="title"/>
          </p:nvPr>
        </p:nvSpPr>
        <p:spPr>
          <a:xfrm>
            <a:off x="125700" y="134475"/>
            <a:ext cx="41112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314" name="Google Shape;314;p44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5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>
            <p:ph idx="1" type="subTitle"/>
          </p:nvPr>
        </p:nvSpPr>
        <p:spPr>
          <a:xfrm>
            <a:off x="125700" y="1255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8" name="Google Shape;318;p45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9" name="Google Shape;319;p45"/>
          <p:cNvSpPr txBox="1"/>
          <p:nvPr>
            <p:ph type="title"/>
          </p:nvPr>
        </p:nvSpPr>
        <p:spPr>
          <a:xfrm>
            <a:off x="6355500" y="125600"/>
            <a:ext cx="26628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9pPr>
          </a:lstStyle>
          <a:p/>
        </p:txBody>
      </p:sp>
      <p:cxnSp>
        <p:nvCxnSpPr>
          <p:cNvPr id="320" name="Google Shape;320;p4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45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2" name="Google Shape;322;p45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3" name="Google Shape;323;p4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4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APTION_ONLY">
    <p:bg>
      <p:bgPr>
        <a:solidFill>
          <a:schemeClr val="dk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/>
          <p:nvPr/>
        </p:nvSpPr>
        <p:spPr>
          <a:xfrm>
            <a:off x="845375" y="0"/>
            <a:ext cx="5352900" cy="48297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327" name="Google Shape;327;p46"/>
          <p:cNvSpPr/>
          <p:nvPr/>
        </p:nvSpPr>
        <p:spPr>
          <a:xfrm>
            <a:off x="0" y="0"/>
            <a:ext cx="2762400" cy="5143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328" name="Google Shape;328;p4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46"/>
          <p:cNvSpPr txBox="1"/>
          <p:nvPr>
            <p:ph type="title"/>
          </p:nvPr>
        </p:nvSpPr>
        <p:spPr>
          <a:xfrm>
            <a:off x="125700" y="125600"/>
            <a:ext cx="23913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0" name="Google Shape;330;p46"/>
          <p:cNvSpPr txBox="1"/>
          <p:nvPr>
            <p:ph idx="1" type="subTitle"/>
          </p:nvPr>
        </p:nvSpPr>
        <p:spPr>
          <a:xfrm>
            <a:off x="2963075" y="1324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1" name="Google Shape;331;p46"/>
          <p:cNvSpPr txBox="1"/>
          <p:nvPr>
            <p:ph idx="2" type="subTitle"/>
          </p:nvPr>
        </p:nvSpPr>
        <p:spPr>
          <a:xfrm>
            <a:off x="65024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2" name="Google Shape;332;p46"/>
          <p:cNvSpPr txBox="1"/>
          <p:nvPr>
            <p:ph idx="3" type="body"/>
          </p:nvPr>
        </p:nvSpPr>
        <p:spPr>
          <a:xfrm>
            <a:off x="2963075" y="773325"/>
            <a:ext cx="27423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3" name="Google Shape;333;p46"/>
          <p:cNvSpPr txBox="1"/>
          <p:nvPr>
            <p:ph idx="4" type="body"/>
          </p:nvPr>
        </p:nvSpPr>
        <p:spPr>
          <a:xfrm>
            <a:off x="6502400" y="773325"/>
            <a:ext cx="25158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34" name="Google Shape;334;p4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46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46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4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">
    <p:bg>
      <p:bgPr>
        <a:solidFill>
          <a:schemeClr val="dk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47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47"/>
          <p:cNvSpPr/>
          <p:nvPr/>
        </p:nvSpPr>
        <p:spPr>
          <a:xfrm>
            <a:off x="125700" y="2379075"/>
            <a:ext cx="4782600" cy="232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47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47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45" name="Google Shape;345;p47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46" name="Google Shape;346;p4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7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47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4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_1">
    <p:bg>
      <p:bgPr>
        <a:solidFill>
          <a:schemeClr val="lt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48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4" name="Google Shape;354;p48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55" name="Google Shape;355;p48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48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57" name="Google Shape;357;p48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48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9" name="Google Shape;359;p48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0" name="Google Shape;360;p4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4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">
  <p:cSld name="BIG_NUMBER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49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65" name="Google Shape;365;p4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4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7" name="Google Shape;367;p4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8" name="Google Shape;368;p4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4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Timeline">
  <p:cSld name="BIG_NUMBER_4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" name="Google Shape;372;p50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50"/>
          <p:cNvCxnSpPr/>
          <p:nvPr/>
        </p:nvCxnSpPr>
        <p:spPr>
          <a:xfrm>
            <a:off x="2642600" y="36611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50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50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50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50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78" name="Google Shape;378;p5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5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0" name="Google Shape;380;p5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1" name="Google Shape;381;p50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2" name="Google Shape;382;p50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3" name="Google Shape;383;p50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4" name="Google Shape;384;p50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5" name="Google Shape;385;p50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6" name="Google Shape;386;p50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7" name="Google Shape;387;p50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8" name="Google Shape;388;p50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9" name="Google Shape;389;p50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0" name="Google Shape;390;p50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1" name="Google Shape;391;p50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2" name="Google Shape;392;p50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3" name="Google Shape;393;p50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4" name="Google Shape;394;p50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5" name="Google Shape;395;p50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6" name="Google Shape;396;p50"/>
          <p:cNvSpPr txBox="1"/>
          <p:nvPr/>
        </p:nvSpPr>
        <p:spPr>
          <a:xfrm>
            <a:off x="251821" y="882063"/>
            <a:ext cx="14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Role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97" name="Google Shape;397;p50"/>
          <p:cNvSpPr txBox="1"/>
          <p:nvPr>
            <p:ph idx="21" type="subTitle"/>
          </p:nvPr>
        </p:nvSpPr>
        <p:spPr>
          <a:xfrm>
            <a:off x="26427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8" name="Google Shape;398;p50"/>
          <p:cNvSpPr txBox="1"/>
          <p:nvPr>
            <p:ph idx="22" type="subTitle"/>
          </p:nvPr>
        </p:nvSpPr>
        <p:spPr>
          <a:xfrm>
            <a:off x="472770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9" name="Google Shape;399;p50"/>
          <p:cNvSpPr txBox="1"/>
          <p:nvPr>
            <p:ph idx="23" type="subTitle"/>
          </p:nvPr>
        </p:nvSpPr>
        <p:spPr>
          <a:xfrm>
            <a:off x="68102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400" name="Google Shape;400;p50"/>
          <p:cNvCxnSpPr/>
          <p:nvPr/>
        </p:nvCxnSpPr>
        <p:spPr>
          <a:xfrm>
            <a:off x="251600" y="1244250"/>
            <a:ext cx="864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50"/>
          <p:cNvSpPr txBox="1"/>
          <p:nvPr>
            <p:ph idx="24" type="subTitle"/>
          </p:nvPr>
        </p:nvSpPr>
        <p:spPr>
          <a:xfrm>
            <a:off x="251400" y="847950"/>
            <a:ext cx="2391300" cy="396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02" name="Google Shape;402;p50"/>
          <p:cNvCxnSpPr/>
          <p:nvPr/>
        </p:nvCxnSpPr>
        <p:spPr>
          <a:xfrm>
            <a:off x="4726475" y="845038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50"/>
          <p:cNvCxnSpPr/>
          <p:nvPr/>
        </p:nvCxnSpPr>
        <p:spPr>
          <a:xfrm>
            <a:off x="6810250" y="855063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5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BIG_NUMBER_3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51"/>
          <p:cNvSpPr txBox="1"/>
          <p:nvPr>
            <p:ph type="title"/>
          </p:nvPr>
        </p:nvSpPr>
        <p:spPr>
          <a:xfrm>
            <a:off x="2642600" y="1021700"/>
            <a:ext cx="38598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cxnSp>
        <p:nvCxnSpPr>
          <p:cNvPr id="409" name="Google Shape;409;p5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51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1" name="Google Shape;411;p5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2" name="Google Shape;412;p51"/>
          <p:cNvSpPr/>
          <p:nvPr/>
        </p:nvSpPr>
        <p:spPr>
          <a:xfrm>
            <a:off x="2642600" y="1021650"/>
            <a:ext cx="3859800" cy="27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51"/>
          <p:cNvSpPr/>
          <p:nvPr/>
        </p:nvSpPr>
        <p:spPr>
          <a:xfrm>
            <a:off x="25140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51"/>
          <p:cNvSpPr/>
          <p:nvPr/>
        </p:nvSpPr>
        <p:spPr>
          <a:xfrm>
            <a:off x="251400" y="2964734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51"/>
          <p:cNvSpPr/>
          <p:nvPr/>
        </p:nvSpPr>
        <p:spPr>
          <a:xfrm>
            <a:off x="251400" y="1993206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51"/>
          <p:cNvSpPr/>
          <p:nvPr/>
        </p:nvSpPr>
        <p:spPr>
          <a:xfrm>
            <a:off x="662715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51"/>
          <p:cNvSpPr/>
          <p:nvPr/>
        </p:nvSpPr>
        <p:spPr>
          <a:xfrm>
            <a:off x="6627150" y="29647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51"/>
          <p:cNvSpPr/>
          <p:nvPr/>
        </p:nvSpPr>
        <p:spPr>
          <a:xfrm>
            <a:off x="6626850" y="19932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51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0" name="Google Shape;420;p51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1" name="Google Shape;421;p51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2" name="Google Shape;422;p51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3" name="Google Shape;423;p51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4" name="Google Shape;424;p51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5" name="Google Shape;425;p5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5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gnments">
  <p:cSld name="BIG_NUMBER_2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52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430" name="Google Shape;430;p5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5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32" name="Google Shape;432;p5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433" name="Google Shape;433;p52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52"/>
          <p:cNvCxnSpPr/>
          <p:nvPr/>
        </p:nvCxnSpPr>
        <p:spPr>
          <a:xfrm>
            <a:off x="2642600" y="36857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52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52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52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52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39" name="Google Shape;439;p52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0" name="Google Shape;440;p52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1" name="Google Shape;441;p52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2" name="Google Shape;442;p52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3" name="Google Shape;443;p52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4" name="Google Shape;444;p52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5" name="Google Shape;445;p52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6" name="Google Shape;446;p52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7" name="Google Shape;447;p52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8" name="Google Shape;448;p52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9" name="Google Shape;449;p52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0" name="Google Shape;450;p52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51" name="Google Shape;451;p52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2" name="Google Shape;452;p52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3" name="Google Shape;453;p5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5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put">
  <p:cSld name="BIG_NUMBER_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53"/>
          <p:cNvSpPr txBox="1"/>
          <p:nvPr>
            <p:ph type="title"/>
          </p:nvPr>
        </p:nvSpPr>
        <p:spPr>
          <a:xfrm>
            <a:off x="122600" y="125600"/>
            <a:ext cx="71769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458" name="Google Shape;458;p5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5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0" name="Google Shape;460;p5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1" name="Google Shape;461;p53"/>
          <p:cNvSpPr/>
          <p:nvPr>
            <p:ph idx="3" type="pic"/>
          </p:nvPr>
        </p:nvSpPr>
        <p:spPr>
          <a:xfrm>
            <a:off x="6986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2" name="Google Shape;462;p53"/>
          <p:cNvSpPr txBox="1"/>
          <p:nvPr>
            <p:ph idx="4" type="title"/>
          </p:nvPr>
        </p:nvSpPr>
        <p:spPr>
          <a:xfrm>
            <a:off x="2514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3" name="Google Shape;463;p53"/>
          <p:cNvSpPr txBox="1"/>
          <p:nvPr>
            <p:ph idx="5" type="subTitle"/>
          </p:nvPr>
        </p:nvSpPr>
        <p:spPr>
          <a:xfrm>
            <a:off x="2515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4" name="Google Shape;464;p53"/>
          <p:cNvSpPr/>
          <p:nvPr>
            <p:ph idx="6" type="pic"/>
          </p:nvPr>
        </p:nvSpPr>
        <p:spPr>
          <a:xfrm>
            <a:off x="60805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5" name="Google Shape;465;p53"/>
          <p:cNvSpPr txBox="1"/>
          <p:nvPr>
            <p:ph idx="7" type="title"/>
          </p:nvPr>
        </p:nvSpPr>
        <p:spPr>
          <a:xfrm>
            <a:off x="20281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6" name="Google Shape;466;p53"/>
          <p:cNvSpPr txBox="1"/>
          <p:nvPr>
            <p:ph idx="8" type="subTitle"/>
          </p:nvPr>
        </p:nvSpPr>
        <p:spPr>
          <a:xfrm>
            <a:off x="20282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7" name="Google Shape;467;p53"/>
          <p:cNvSpPr/>
          <p:nvPr>
            <p:ph idx="9" type="pic"/>
          </p:nvPr>
        </p:nvSpPr>
        <p:spPr>
          <a:xfrm>
            <a:off x="428550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8" name="Google Shape;468;p53"/>
          <p:cNvSpPr txBox="1"/>
          <p:nvPr>
            <p:ph idx="13" type="title"/>
          </p:nvPr>
        </p:nvSpPr>
        <p:spPr>
          <a:xfrm>
            <a:off x="383825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9" name="Google Shape;469;p53"/>
          <p:cNvSpPr txBox="1"/>
          <p:nvPr>
            <p:ph idx="14" type="subTitle"/>
          </p:nvPr>
        </p:nvSpPr>
        <p:spPr>
          <a:xfrm>
            <a:off x="383835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0" name="Google Shape;470;p53"/>
          <p:cNvSpPr/>
          <p:nvPr>
            <p:ph idx="15" type="pic"/>
          </p:nvPr>
        </p:nvSpPr>
        <p:spPr>
          <a:xfrm>
            <a:off x="24752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1" name="Google Shape;471;p53"/>
          <p:cNvSpPr txBox="1"/>
          <p:nvPr>
            <p:ph idx="16" type="title"/>
          </p:nvPr>
        </p:nvSpPr>
        <p:spPr>
          <a:xfrm>
            <a:off x="56333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72" name="Google Shape;472;p53"/>
          <p:cNvSpPr txBox="1"/>
          <p:nvPr>
            <p:ph idx="17" type="subTitle"/>
          </p:nvPr>
        </p:nvSpPr>
        <p:spPr>
          <a:xfrm>
            <a:off x="56334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53"/>
          <p:cNvSpPr/>
          <p:nvPr>
            <p:ph idx="18" type="pic"/>
          </p:nvPr>
        </p:nvSpPr>
        <p:spPr>
          <a:xfrm>
            <a:off x="78724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4" name="Google Shape;474;p53"/>
          <p:cNvSpPr txBox="1"/>
          <p:nvPr>
            <p:ph idx="19" type="title"/>
          </p:nvPr>
        </p:nvSpPr>
        <p:spPr>
          <a:xfrm>
            <a:off x="74252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75" name="Google Shape;475;p53"/>
          <p:cNvSpPr txBox="1"/>
          <p:nvPr>
            <p:ph idx="20" type="subTitle"/>
          </p:nvPr>
        </p:nvSpPr>
        <p:spPr>
          <a:xfrm>
            <a:off x="74253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6" name="Google Shape;476;p5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5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Went Well">
  <p:cSld name="CUSTOM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54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4"/>
          <p:cNvSpPr txBox="1"/>
          <p:nvPr>
            <p:ph idx="1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82" name="Google Shape;482;p54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83" name="Google Shape;483;p5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54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5" name="Google Shape;485;p54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6" name="Google Shape;486;p54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54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54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54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5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5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Could Be Better">
  <p:cSld name="CUSTOM_11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55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5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96" name="Google Shape;496;p5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55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8" name="Google Shape;498;p55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9" name="Google Shape;499;p55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55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55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55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55"/>
          <p:cNvSpPr txBox="1"/>
          <p:nvPr>
            <p:ph idx="3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04" name="Google Shape;504;p5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5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bg>
      <p:bgPr>
        <a:solidFill>
          <a:schemeClr val="dk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56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9" name="Google Shape;509;p56"/>
          <p:cNvSpPr txBox="1"/>
          <p:nvPr>
            <p:ph idx="1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0" name="Google Shape;510;p56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11" name="Google Shape;511;p5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56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3" name="Google Shape;513;p56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5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5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57"/>
          <p:cNvSpPr txBox="1"/>
          <p:nvPr>
            <p:ph idx="1" type="subTitle"/>
          </p:nvPr>
        </p:nvSpPr>
        <p:spPr>
          <a:xfrm>
            <a:off x="2493575" y="4142817"/>
            <a:ext cx="41571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19" name="Google Shape;519;p57"/>
          <p:cNvSpPr/>
          <p:nvPr/>
        </p:nvSpPr>
        <p:spPr>
          <a:xfrm rot="5400000">
            <a:off x="251388" y="475250"/>
            <a:ext cx="3837300" cy="3837300"/>
          </a:xfrm>
          <a:prstGeom prst="pie">
            <a:avLst>
              <a:gd fmla="val 12366" name="adj1"/>
              <a:gd fmla="val 108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7"/>
          <p:cNvSpPr/>
          <p:nvPr/>
        </p:nvSpPr>
        <p:spPr>
          <a:xfrm rot="-5400000">
            <a:off x="5033888" y="465200"/>
            <a:ext cx="3857400" cy="3857400"/>
          </a:xfrm>
          <a:prstGeom prst="pie">
            <a:avLst>
              <a:gd fmla="val 12366" name="adj1"/>
              <a:gd fmla="val 10819259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7"/>
          <p:cNvSpPr txBox="1"/>
          <p:nvPr>
            <p:ph type="title"/>
          </p:nvPr>
        </p:nvSpPr>
        <p:spPr>
          <a:xfrm>
            <a:off x="2493450" y="658700"/>
            <a:ext cx="41571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2" name="Google Shape;522;p5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57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4" name="Google Shape;524;p57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5" name="Google Shape;525;p5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5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blank">
  <p:cSld name="BLANK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8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29" name="Google Shape;529;p58"/>
          <p:cNvSpPr txBox="1"/>
          <p:nvPr>
            <p:ph type="title"/>
          </p:nvPr>
        </p:nvSpPr>
        <p:spPr>
          <a:xfrm>
            <a:off x="125700" y="3233475"/>
            <a:ext cx="8768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9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2" name="Google Shape;532;p59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9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9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9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9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9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8" name="Google Shape;538;p59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9" name="Google Shape;539;p59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0" name="Google Shape;540;p59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1" name="Google Shape;541;p59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">
  <p:cSld name="CUSTOM_9_2">
    <p:bg>
      <p:bgPr>
        <a:solidFill>
          <a:schemeClr val="dk1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0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545" name="Google Shape;545;p60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6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7" name="Google Shape;547;p6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48" name="Google Shape;548;p60"/>
          <p:cNvCxnSpPr/>
          <p:nvPr/>
        </p:nvCxnSpPr>
        <p:spPr>
          <a:xfrm>
            <a:off x="0" y="244890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60"/>
          <p:cNvCxnSpPr/>
          <p:nvPr/>
        </p:nvCxnSpPr>
        <p:spPr>
          <a:xfrm>
            <a:off x="0" y="338267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60"/>
          <p:cNvCxnSpPr/>
          <p:nvPr/>
        </p:nvCxnSpPr>
        <p:spPr>
          <a:xfrm>
            <a:off x="0" y="43137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60"/>
          <p:cNvSpPr/>
          <p:nvPr/>
        </p:nvSpPr>
        <p:spPr>
          <a:xfrm>
            <a:off x="251400" y="2063988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60"/>
          <p:cNvSpPr txBox="1"/>
          <p:nvPr>
            <p:ph idx="3" type="subTitle"/>
          </p:nvPr>
        </p:nvSpPr>
        <p:spPr>
          <a:xfrm>
            <a:off x="251400" y="2063988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3" name="Google Shape;553;p60"/>
          <p:cNvSpPr/>
          <p:nvPr/>
        </p:nvSpPr>
        <p:spPr>
          <a:xfrm>
            <a:off x="2243550" y="2995063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60"/>
          <p:cNvSpPr txBox="1"/>
          <p:nvPr>
            <p:ph idx="4" type="subTitle"/>
          </p:nvPr>
        </p:nvSpPr>
        <p:spPr>
          <a:xfrm>
            <a:off x="2243550" y="2995075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5" name="Google Shape;555;p60"/>
          <p:cNvSpPr/>
          <p:nvPr/>
        </p:nvSpPr>
        <p:spPr>
          <a:xfrm>
            <a:off x="4236800" y="3926150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60"/>
          <p:cNvSpPr txBox="1"/>
          <p:nvPr>
            <p:ph idx="5" type="subTitle"/>
          </p:nvPr>
        </p:nvSpPr>
        <p:spPr>
          <a:xfrm>
            <a:off x="4236800" y="3926163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7" name="Google Shape;557;p60"/>
          <p:cNvSpPr txBox="1"/>
          <p:nvPr>
            <p:ph idx="6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8" name="Google Shape;558;p60"/>
          <p:cNvSpPr txBox="1"/>
          <p:nvPr>
            <p:ph idx="7" type="body"/>
          </p:nvPr>
        </p:nvSpPr>
        <p:spPr>
          <a:xfrm>
            <a:off x="5831000" y="773325"/>
            <a:ext cx="31872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9" name="Google Shape;559;p6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6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CUSTOM_9_1_1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3" name="Google Shape;563;p6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" name="Google Shape;564;p61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65" name="Google Shape;565;p6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66" name="Google Shape;566;p61"/>
          <p:cNvSpPr/>
          <p:nvPr/>
        </p:nvSpPr>
        <p:spPr>
          <a:xfrm>
            <a:off x="66281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61"/>
          <p:cNvSpPr/>
          <p:nvPr/>
        </p:nvSpPr>
        <p:spPr>
          <a:xfrm>
            <a:off x="343975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1"/>
          <p:cNvSpPr/>
          <p:nvPr/>
        </p:nvSpPr>
        <p:spPr>
          <a:xfrm>
            <a:off x="2514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1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70" name="Google Shape;570;p61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1" name="Google Shape;571;p61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2" name="Google Shape;572;p61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3" name="Google Shape;573;p6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6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9050" y="0"/>
            <a:ext cx="86859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Libre Baskerville"/>
              <a:buNone/>
              <a:defRPr sz="5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gCV7pupyT5LCI84RDQNlkuxWNx8TVN65/view" TargetMode="External"/><Relationship Id="rId5" Type="http://schemas.openxmlformats.org/officeDocument/2006/relationships/image" Target="../media/image2.jpg"/><Relationship Id="rId6" Type="http://schemas.openxmlformats.org/officeDocument/2006/relationships/hyperlink" Target="http://drive.google.com/file/d/1wo-SDMYb9QmO7UfuIPW6yMiQQETLtOgA/view" TargetMode="External"/><Relationship Id="rId7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62"/>
          <p:cNvPicPr preferRelativeResize="0"/>
          <p:nvPr/>
        </p:nvPicPr>
        <p:blipFill rotWithShape="1">
          <a:blip r:embed="rId3">
            <a:alphaModFix amt="7000"/>
          </a:blip>
          <a:srcRect b="0" l="0" r="25959" t="0"/>
          <a:stretch/>
        </p:blipFill>
        <p:spPr>
          <a:xfrm rot="453362">
            <a:off x="1620149" y="-515476"/>
            <a:ext cx="5231075" cy="2967396"/>
          </a:xfrm>
          <a:prstGeom prst="rect">
            <a:avLst/>
          </a:prstGeom>
          <a:noFill/>
          <a:ln>
            <a:noFill/>
          </a:ln>
          <a:effectLst>
            <a:reflection blurRad="0" dir="5400000" dist="95250" endA="0" endPos="91000" fadeDir="5400012" kx="0" rotWithShape="0" algn="bl" stPos="0" sy="-100000" ky="0"/>
          </a:effectLst>
        </p:spPr>
      </p:pic>
      <p:pic>
        <p:nvPicPr>
          <p:cNvPr id="580" name="Google Shape;580;p62"/>
          <p:cNvPicPr preferRelativeResize="0"/>
          <p:nvPr/>
        </p:nvPicPr>
        <p:blipFill rotWithShape="1">
          <a:blip r:embed="rId3">
            <a:alphaModFix amt="7000"/>
          </a:blip>
          <a:srcRect b="0" l="0" r="25959" t="0"/>
          <a:stretch/>
        </p:blipFill>
        <p:spPr>
          <a:xfrm rot="-2700002">
            <a:off x="5310962" y="81499"/>
            <a:ext cx="5231074" cy="2967396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62"/>
          <p:cNvSpPr/>
          <p:nvPr/>
        </p:nvSpPr>
        <p:spPr>
          <a:xfrm>
            <a:off x="-100" y="4643275"/>
            <a:ext cx="9144000" cy="509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62"/>
          <p:cNvSpPr/>
          <p:nvPr/>
        </p:nvSpPr>
        <p:spPr>
          <a:xfrm>
            <a:off x="-250" y="1171550"/>
            <a:ext cx="9144000" cy="1138200"/>
          </a:xfrm>
          <a:prstGeom prst="rect">
            <a:avLst/>
          </a:prstGeom>
          <a:solidFill>
            <a:srgbClr val="BBAD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62"/>
          <p:cNvSpPr txBox="1"/>
          <p:nvPr>
            <p:ph type="title"/>
          </p:nvPr>
        </p:nvSpPr>
        <p:spPr>
          <a:xfrm>
            <a:off x="3314006" y="1171552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Beating 2048 With Expectimax</a:t>
            </a:r>
            <a:endParaRPr b="1"/>
          </a:p>
        </p:txBody>
      </p:sp>
      <p:sp>
        <p:nvSpPr>
          <p:cNvPr id="584" name="Google Shape;584;p62"/>
          <p:cNvSpPr txBox="1"/>
          <p:nvPr>
            <p:ph idx="3" type="body"/>
          </p:nvPr>
        </p:nvSpPr>
        <p:spPr>
          <a:xfrm>
            <a:off x="122125" y="4701375"/>
            <a:ext cx="78798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Christian Jahnel,  Akil Dickerson,  Douglas Parker,  Sang Woo,  Philip Roh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5" name="Google Shape;585;p62"/>
          <p:cNvSpPr txBox="1"/>
          <p:nvPr>
            <p:ph idx="4" type="body"/>
          </p:nvPr>
        </p:nvSpPr>
        <p:spPr>
          <a:xfrm>
            <a:off x="5675575" y="4701375"/>
            <a:ext cx="33426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 560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86" name="Google Shape;586;p62"/>
          <p:cNvPicPr preferRelativeResize="0"/>
          <p:nvPr/>
        </p:nvPicPr>
        <p:blipFill rotWithShape="1">
          <a:blip r:embed="rId4">
            <a:alphaModFix/>
          </a:blip>
          <a:srcRect b="3109" l="5100" r="4956" t="2676"/>
          <a:stretch/>
        </p:blipFill>
        <p:spPr>
          <a:xfrm>
            <a:off x="291050" y="780504"/>
            <a:ext cx="2857499" cy="29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/>
          <p:nvPr/>
        </p:nvSpPr>
        <p:spPr>
          <a:xfrm>
            <a:off x="366584" y="254606"/>
            <a:ext cx="4173600" cy="128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63"/>
          <p:cNvSpPr/>
          <p:nvPr/>
        </p:nvSpPr>
        <p:spPr>
          <a:xfrm>
            <a:off x="657009" y="1714888"/>
            <a:ext cx="3690300" cy="8562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63"/>
          <p:cNvSpPr/>
          <p:nvPr/>
        </p:nvSpPr>
        <p:spPr>
          <a:xfrm>
            <a:off x="4917300" y="100"/>
            <a:ext cx="4226700" cy="5143500"/>
          </a:xfrm>
          <a:prstGeom prst="rect">
            <a:avLst/>
          </a:prstGeom>
          <a:solidFill>
            <a:srgbClr val="BBAD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63"/>
          <p:cNvSpPr txBox="1"/>
          <p:nvPr>
            <p:ph idx="3" type="body"/>
          </p:nvPr>
        </p:nvSpPr>
        <p:spPr>
          <a:xfrm>
            <a:off x="476277" y="243725"/>
            <a:ext cx="3942600" cy="1335900"/>
          </a:xfrm>
          <a:prstGeom prst="rect">
            <a:avLst/>
          </a:prstGeom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2048 is a </a:t>
            </a:r>
            <a:r>
              <a:rPr lang="en" sz="1309"/>
              <a:t>single-player sliding tile puzzle game where the objective is to slide numbered tiles on a grid to combine them, </a:t>
            </a:r>
            <a:r>
              <a:rPr b="1" lang="en" sz="1309"/>
              <a:t>aiming to create a tile with the value 2048.</a:t>
            </a:r>
            <a:r>
              <a:rPr lang="en" sz="1309"/>
              <a:t> The game requires strategic movement to prevent the grid from filling up.</a:t>
            </a:r>
            <a:endParaRPr sz="1309"/>
          </a:p>
        </p:txBody>
      </p:sp>
      <p:pic>
        <p:nvPicPr>
          <p:cNvPr id="595" name="Google Shape;595;p63"/>
          <p:cNvPicPr preferRelativeResize="0"/>
          <p:nvPr/>
        </p:nvPicPr>
        <p:blipFill rotWithShape="1">
          <a:blip r:embed="rId3">
            <a:alphaModFix/>
          </a:blip>
          <a:srcRect b="68270" l="2652" r="2300" t="993"/>
          <a:stretch/>
        </p:blipFill>
        <p:spPr>
          <a:xfrm>
            <a:off x="395434" y="2741975"/>
            <a:ext cx="4173600" cy="215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596" name="Google Shape;596;p63"/>
          <p:cNvSpPr txBox="1"/>
          <p:nvPr/>
        </p:nvSpPr>
        <p:spPr>
          <a:xfrm>
            <a:off x="796084" y="1773525"/>
            <a:ext cx="369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State: 			{4x4 grid of cells,  Score}</a:t>
            </a:r>
            <a:endParaRPr b="1"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Succ.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Function: 	{Up,  Left,  Down,  Right}</a:t>
            </a:r>
            <a:endParaRPr b="1"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Goal State: 		any cell == 2048</a:t>
            </a:r>
            <a:endParaRPr b="1"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7" name="Google Shape;597;p63" title="2048-Timelapse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1187" y="254600"/>
            <a:ext cx="3838934" cy="215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63" title="2048-Stepwise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11199" y="2688305"/>
            <a:ext cx="3838925" cy="2159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64"/>
          <p:cNvPicPr preferRelativeResize="0"/>
          <p:nvPr/>
        </p:nvPicPr>
        <p:blipFill rotWithShape="1">
          <a:blip r:embed="rId3">
            <a:alphaModFix/>
          </a:blip>
          <a:srcRect b="1903" l="1943" r="1373" t="12370"/>
          <a:stretch/>
        </p:blipFill>
        <p:spPr>
          <a:xfrm>
            <a:off x="4712675" y="2779855"/>
            <a:ext cx="4170900" cy="203362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64"/>
          <p:cNvSpPr/>
          <p:nvPr/>
        </p:nvSpPr>
        <p:spPr>
          <a:xfrm>
            <a:off x="262813" y="266038"/>
            <a:ext cx="4145400" cy="220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64"/>
          <p:cNvSpPr/>
          <p:nvPr/>
        </p:nvSpPr>
        <p:spPr>
          <a:xfrm>
            <a:off x="259550" y="2755851"/>
            <a:ext cx="1926000" cy="203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64"/>
          <p:cNvSpPr/>
          <p:nvPr/>
        </p:nvSpPr>
        <p:spPr>
          <a:xfrm>
            <a:off x="2485500" y="2755850"/>
            <a:ext cx="1926000" cy="2033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64"/>
          <p:cNvSpPr/>
          <p:nvPr/>
        </p:nvSpPr>
        <p:spPr>
          <a:xfrm>
            <a:off x="4713613" y="266038"/>
            <a:ext cx="4145400" cy="2209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64"/>
          <p:cNvSpPr txBox="1"/>
          <p:nvPr/>
        </p:nvSpPr>
        <p:spPr>
          <a:xfrm>
            <a:off x="262813" y="266038"/>
            <a:ext cx="41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Snake Heuristic</a:t>
            </a:r>
            <a:endParaRPr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09" name="Google Shape;609;p64"/>
          <p:cNvSpPr txBox="1"/>
          <p:nvPr/>
        </p:nvSpPr>
        <p:spPr>
          <a:xfrm>
            <a:off x="259538" y="2755863"/>
            <a:ext cx="19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Empty Heuristic</a:t>
            </a:r>
            <a:endParaRPr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10" name="Google Shape;610;p64"/>
          <p:cNvSpPr txBox="1"/>
          <p:nvPr/>
        </p:nvSpPr>
        <p:spPr>
          <a:xfrm>
            <a:off x="4724188" y="266038"/>
            <a:ext cx="413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Smooth Heuristic</a:t>
            </a:r>
            <a:endParaRPr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11" name="Google Shape;611;p64"/>
          <p:cNvSpPr txBox="1"/>
          <p:nvPr/>
        </p:nvSpPr>
        <p:spPr>
          <a:xfrm>
            <a:off x="2485488" y="2755850"/>
            <a:ext cx="19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Comb. Heuristic</a:t>
            </a:r>
            <a:endParaRPr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12" name="Google Shape;612;p64"/>
          <p:cNvSpPr/>
          <p:nvPr/>
        </p:nvSpPr>
        <p:spPr>
          <a:xfrm>
            <a:off x="4711449" y="3328505"/>
            <a:ext cx="4172700" cy="1425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64"/>
          <p:cNvSpPr txBox="1"/>
          <p:nvPr/>
        </p:nvSpPr>
        <p:spPr>
          <a:xfrm>
            <a:off x="437763" y="582413"/>
            <a:ext cx="2047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Multiply a tile value by that cell's assigned weight, and add them all up. Weights are initialized in a descending “snake” pattern which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rewards having a descending chain of large values in the corner.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64"/>
          <p:cNvSpPr txBox="1"/>
          <p:nvPr/>
        </p:nvSpPr>
        <p:spPr>
          <a:xfrm>
            <a:off x="259538" y="3079863"/>
            <a:ext cx="192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 the number of empty squares on the 4x4 grid and normalize this count by dividing by 16. This represents future flexibility.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 playing to win, but to not lose on the next turn.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64"/>
          <p:cNvSpPr txBox="1"/>
          <p:nvPr/>
        </p:nvSpPr>
        <p:spPr>
          <a:xfrm>
            <a:off x="4849925" y="632050"/>
            <a:ext cx="2066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Take every pair of tiles that are touching and calculate the absolute difference between them and subtract that from a running score.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easily can these tiles merge together right now?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64"/>
          <p:cNvSpPr txBox="1"/>
          <p:nvPr/>
        </p:nvSpPr>
        <p:spPr>
          <a:xfrm>
            <a:off x="2487150" y="3077888"/>
            <a:ext cx="1922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Normalize all three heuristics into a standard range (usually 0 to 1). Then, add them all together.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Acts like a committee between all the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heuristics.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17" name="Google Shape;617;p64"/>
          <p:cNvGraphicFramePr/>
          <p:nvPr/>
        </p:nvGraphicFramePr>
        <p:xfrm>
          <a:off x="2652488" y="774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{60E05B86-AA3D-40A3-9E47-0D24B5D8A499}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8" name="Google Shape;618;p64"/>
          <p:cNvGraphicFramePr/>
          <p:nvPr/>
        </p:nvGraphicFramePr>
        <p:xfrm>
          <a:off x="7099176" y="774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{60E05B86-AA3D-40A3-9E47-0D24B5D8A499}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9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19" name="Google Shape;619;p64"/>
          <p:cNvSpPr txBox="1"/>
          <p:nvPr/>
        </p:nvSpPr>
        <p:spPr>
          <a:xfrm>
            <a:off x="2608128" y="810658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w=15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64"/>
          <p:cNvSpPr txBox="1"/>
          <p:nvPr/>
        </p:nvSpPr>
        <p:spPr>
          <a:xfrm>
            <a:off x="2989128" y="810658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w=14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64"/>
          <p:cNvSpPr txBox="1"/>
          <p:nvPr/>
        </p:nvSpPr>
        <p:spPr>
          <a:xfrm>
            <a:off x="3370128" y="810658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w=13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64"/>
          <p:cNvSpPr txBox="1"/>
          <p:nvPr/>
        </p:nvSpPr>
        <p:spPr>
          <a:xfrm>
            <a:off x="3751128" y="810658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w=12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64"/>
          <p:cNvSpPr txBox="1"/>
          <p:nvPr/>
        </p:nvSpPr>
        <p:spPr>
          <a:xfrm>
            <a:off x="3757608" y="1172219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w=11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64"/>
          <p:cNvSpPr txBox="1"/>
          <p:nvPr/>
        </p:nvSpPr>
        <p:spPr>
          <a:xfrm>
            <a:off x="3376608" y="1172219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w=10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64"/>
          <p:cNvSpPr txBox="1"/>
          <p:nvPr/>
        </p:nvSpPr>
        <p:spPr>
          <a:xfrm>
            <a:off x="2995608" y="1178699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w=9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64"/>
          <p:cNvSpPr txBox="1"/>
          <p:nvPr/>
        </p:nvSpPr>
        <p:spPr>
          <a:xfrm>
            <a:off x="2614608" y="1178699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w=8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64"/>
          <p:cNvSpPr txBox="1"/>
          <p:nvPr/>
        </p:nvSpPr>
        <p:spPr>
          <a:xfrm>
            <a:off x="2614608" y="1533780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w=7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64"/>
          <p:cNvSpPr txBox="1"/>
          <p:nvPr/>
        </p:nvSpPr>
        <p:spPr>
          <a:xfrm>
            <a:off x="2995608" y="1533780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w=6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64"/>
          <p:cNvSpPr txBox="1"/>
          <p:nvPr/>
        </p:nvSpPr>
        <p:spPr>
          <a:xfrm>
            <a:off x="3376608" y="1533780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w=5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p64"/>
          <p:cNvSpPr txBox="1"/>
          <p:nvPr/>
        </p:nvSpPr>
        <p:spPr>
          <a:xfrm>
            <a:off x="3757608" y="1533780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w=4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64"/>
          <p:cNvSpPr txBox="1"/>
          <p:nvPr/>
        </p:nvSpPr>
        <p:spPr>
          <a:xfrm>
            <a:off x="3757608" y="1895342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w=3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3376608" y="1895342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w=2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2995608" y="1895342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w=1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2614608" y="1901821"/>
            <a:ext cx="5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w=0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5" name="Google Shape;635;p64"/>
          <p:cNvCxnSpPr/>
          <p:nvPr/>
        </p:nvCxnSpPr>
        <p:spPr>
          <a:xfrm>
            <a:off x="2937488" y="865188"/>
            <a:ext cx="189900" cy="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6" name="Google Shape;636;p64"/>
          <p:cNvCxnSpPr/>
          <p:nvPr/>
        </p:nvCxnSpPr>
        <p:spPr>
          <a:xfrm>
            <a:off x="3319236" y="865188"/>
            <a:ext cx="189900" cy="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7" name="Google Shape;637;p64"/>
          <p:cNvCxnSpPr/>
          <p:nvPr/>
        </p:nvCxnSpPr>
        <p:spPr>
          <a:xfrm>
            <a:off x="3708413" y="841263"/>
            <a:ext cx="210300" cy="5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8" name="Google Shape;638;p64"/>
          <p:cNvCxnSpPr/>
          <p:nvPr/>
        </p:nvCxnSpPr>
        <p:spPr>
          <a:xfrm flipH="1">
            <a:off x="4004513" y="1041538"/>
            <a:ext cx="100200" cy="15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" name="Google Shape;639;p64"/>
          <p:cNvCxnSpPr/>
          <p:nvPr/>
        </p:nvCxnSpPr>
        <p:spPr>
          <a:xfrm>
            <a:off x="2773200" y="1425113"/>
            <a:ext cx="72900" cy="1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0" name="Google Shape;640;p64"/>
          <p:cNvCxnSpPr/>
          <p:nvPr/>
        </p:nvCxnSpPr>
        <p:spPr>
          <a:xfrm flipH="1">
            <a:off x="3962813" y="1770588"/>
            <a:ext cx="101400" cy="15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1" name="Google Shape;641;p64"/>
          <p:cNvCxnSpPr/>
          <p:nvPr/>
        </p:nvCxnSpPr>
        <p:spPr>
          <a:xfrm rot="10800000">
            <a:off x="3702113" y="1200238"/>
            <a:ext cx="1863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2" name="Google Shape;642;p64"/>
          <p:cNvCxnSpPr/>
          <p:nvPr/>
        </p:nvCxnSpPr>
        <p:spPr>
          <a:xfrm rot="10800000">
            <a:off x="3325038" y="1200238"/>
            <a:ext cx="1863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3" name="Google Shape;643;p64"/>
          <p:cNvCxnSpPr/>
          <p:nvPr/>
        </p:nvCxnSpPr>
        <p:spPr>
          <a:xfrm flipH="1">
            <a:off x="2920688" y="1200538"/>
            <a:ext cx="204900" cy="6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4" name="Google Shape;644;p64"/>
          <p:cNvCxnSpPr/>
          <p:nvPr/>
        </p:nvCxnSpPr>
        <p:spPr>
          <a:xfrm>
            <a:off x="2950448" y="1575313"/>
            <a:ext cx="189900" cy="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5" name="Google Shape;645;p64"/>
          <p:cNvCxnSpPr/>
          <p:nvPr/>
        </p:nvCxnSpPr>
        <p:spPr>
          <a:xfrm>
            <a:off x="3318563" y="1573038"/>
            <a:ext cx="189900" cy="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6" name="Google Shape;646;p64"/>
          <p:cNvCxnSpPr/>
          <p:nvPr/>
        </p:nvCxnSpPr>
        <p:spPr>
          <a:xfrm>
            <a:off x="3692038" y="1573038"/>
            <a:ext cx="207600" cy="4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7" name="Google Shape;647;p64"/>
          <p:cNvCxnSpPr/>
          <p:nvPr/>
        </p:nvCxnSpPr>
        <p:spPr>
          <a:xfrm rot="10800000">
            <a:off x="3706438" y="1944638"/>
            <a:ext cx="1863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8" name="Google Shape;648;p64"/>
          <p:cNvCxnSpPr/>
          <p:nvPr/>
        </p:nvCxnSpPr>
        <p:spPr>
          <a:xfrm rot="10800000">
            <a:off x="3329363" y="1944638"/>
            <a:ext cx="1863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9" name="Google Shape;649;p64"/>
          <p:cNvCxnSpPr/>
          <p:nvPr/>
        </p:nvCxnSpPr>
        <p:spPr>
          <a:xfrm flipH="1">
            <a:off x="2939713" y="1944938"/>
            <a:ext cx="190200" cy="4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0" name="Google Shape;650;p64"/>
          <p:cNvSpPr txBox="1"/>
          <p:nvPr/>
        </p:nvSpPr>
        <p:spPr>
          <a:xfrm>
            <a:off x="7099176" y="716988"/>
            <a:ext cx="3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v=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64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64"/>
          <p:cNvSpPr txBox="1"/>
          <p:nvPr/>
        </p:nvSpPr>
        <p:spPr>
          <a:xfrm>
            <a:off x="7478201" y="721844"/>
            <a:ext cx="3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v=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64"/>
          <p:cNvSpPr/>
          <p:nvPr/>
        </p:nvSpPr>
        <p:spPr>
          <a:xfrm>
            <a:off x="7142106" y="811838"/>
            <a:ext cx="675300" cy="28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64"/>
          <p:cNvSpPr/>
          <p:nvPr/>
        </p:nvSpPr>
        <p:spPr>
          <a:xfrm>
            <a:off x="7905701" y="810663"/>
            <a:ext cx="300300" cy="65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64"/>
          <p:cNvSpPr txBox="1"/>
          <p:nvPr/>
        </p:nvSpPr>
        <p:spPr>
          <a:xfrm>
            <a:off x="7837710" y="723316"/>
            <a:ext cx="42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v=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128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64"/>
          <p:cNvSpPr txBox="1"/>
          <p:nvPr/>
        </p:nvSpPr>
        <p:spPr>
          <a:xfrm>
            <a:off x="7875703" y="1079497"/>
            <a:ext cx="3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v=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64"/>
          <p:cNvSpPr txBox="1"/>
          <p:nvPr/>
        </p:nvSpPr>
        <p:spPr>
          <a:xfrm>
            <a:off x="7202301" y="1610588"/>
            <a:ext cx="153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highlight>
                  <a:schemeClr val="lt1"/>
                </a:highlight>
                <a:latin typeface="Libre Baskerville"/>
                <a:ea typeface="Libre Baskerville"/>
                <a:cs typeface="Libre Baskerville"/>
                <a:sym typeface="Libre Baskerville"/>
              </a:rPr>
              <a:t>Score -= |64 - 32|</a:t>
            </a:r>
            <a:endParaRPr b="1" sz="1000">
              <a:solidFill>
                <a:schemeClr val="dk2"/>
              </a:solidFill>
              <a:highlight>
                <a:schemeClr val="lt1"/>
              </a:highlight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highlight>
                  <a:schemeClr val="lt1"/>
                </a:highlight>
                <a:latin typeface="Libre Baskerville"/>
                <a:ea typeface="Libre Baskerville"/>
                <a:cs typeface="Libre Baskerville"/>
                <a:sym typeface="Libre Baskerville"/>
              </a:rPr>
              <a:t>Score -= |128 - 16|</a:t>
            </a:r>
            <a:endParaRPr b="1" sz="1000">
              <a:solidFill>
                <a:schemeClr val="dk2"/>
              </a:solidFill>
              <a:highlight>
                <a:schemeClr val="lt1"/>
              </a:highlight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5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Human vs. AI Performance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662" name="Google Shape;662;p65"/>
          <p:cNvGraphicFramePr/>
          <p:nvPr/>
        </p:nvGraphicFramePr>
        <p:xfrm>
          <a:off x="410925" y="104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{60E05B86-AA3D-40A3-9E47-0D24B5D8A499}</a:tableStyleId>
              </a:tblPr>
              <a:tblGrid>
                <a:gridCol w="2231675"/>
                <a:gridCol w="2502000"/>
              </a:tblGrid>
              <a:tr h="42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Human Performance</a:t>
                      </a:r>
                      <a:endParaRPr b="1">
                        <a:solidFill>
                          <a:schemeClr val="accent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AI Performance</a:t>
                      </a:r>
                      <a:endParaRPr b="1">
                        <a:solidFill>
                          <a:schemeClr val="accent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Average Score: 6304</a:t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Median Max Tile: 384</a:t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Average Score: 8119</a:t>
                      </a:r>
                      <a:r>
                        <a:rPr lang="en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endParaRPr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Median Max Tile: 768</a:t>
                      </a:r>
                      <a:r>
                        <a:rPr lang="en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endParaRPr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3" name="Google Shape;663;p65"/>
          <p:cNvGraphicFramePr/>
          <p:nvPr/>
        </p:nvGraphicFramePr>
        <p:xfrm>
          <a:off x="5541338" y="104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{60E05B86-AA3D-40A3-9E47-0D24B5D8A499}</a:tableStyleId>
              </a:tblPr>
              <a:tblGrid>
                <a:gridCol w="3139100"/>
              </a:tblGrid>
              <a:tr h="42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Analysis</a:t>
                      </a:r>
                      <a:endParaRPr b="1">
                        <a:solidFill>
                          <a:schemeClr val="dk2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4" name="Google Shape;664;p65"/>
          <p:cNvGraphicFramePr/>
          <p:nvPr/>
        </p:nvGraphicFramePr>
        <p:xfrm>
          <a:off x="526275" y="16067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{60E05B86-AA3D-40A3-9E47-0D24B5D8A499}</a:tableStyleId>
              </a:tblPr>
              <a:tblGrid>
                <a:gridCol w="421175"/>
                <a:gridCol w="421175"/>
              </a:tblGrid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Score</a:t>
                      </a:r>
                      <a:endParaRPr b="1"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Max Tile</a:t>
                      </a:r>
                      <a:endParaRPr b="1"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2776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256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10780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1024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3920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256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6792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1556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128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1224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128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1664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128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3200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256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14032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1024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6488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16944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1024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6268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5" name="Google Shape;665;p65"/>
          <p:cNvGraphicFramePr/>
          <p:nvPr/>
        </p:nvGraphicFramePr>
        <p:xfrm>
          <a:off x="2748138" y="16239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{60E05B86-AA3D-40A3-9E47-0D24B5D8A499}</a:tableStyleId>
              </a:tblPr>
              <a:tblGrid>
                <a:gridCol w="467075"/>
                <a:gridCol w="467075"/>
              </a:tblGrid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Avg </a:t>
                      </a:r>
                      <a:r>
                        <a:rPr b="1"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Score</a:t>
                      </a:r>
                      <a:endParaRPr b="1"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Max Tile</a:t>
                      </a:r>
                      <a:endParaRPr b="1"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3299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1024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3208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35599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8192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2990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2990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9075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1024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1974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2579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6633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1024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4570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6296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1024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18220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4096</a:t>
                      </a:r>
                      <a:endParaRPr sz="700"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6" name="Google Shape;666;p65"/>
          <p:cNvSpPr/>
          <p:nvPr/>
        </p:nvSpPr>
        <p:spPr>
          <a:xfrm>
            <a:off x="3745564" y="1809600"/>
            <a:ext cx="144000" cy="556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65"/>
          <p:cNvSpPr/>
          <p:nvPr/>
        </p:nvSpPr>
        <p:spPr>
          <a:xfrm>
            <a:off x="3745564" y="2366475"/>
            <a:ext cx="144000" cy="556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65"/>
          <p:cNvSpPr/>
          <p:nvPr/>
        </p:nvSpPr>
        <p:spPr>
          <a:xfrm>
            <a:off x="3745564" y="2923350"/>
            <a:ext cx="144000" cy="556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65"/>
          <p:cNvSpPr/>
          <p:nvPr/>
        </p:nvSpPr>
        <p:spPr>
          <a:xfrm>
            <a:off x="3751514" y="3480150"/>
            <a:ext cx="144000" cy="556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65"/>
          <p:cNvSpPr txBox="1"/>
          <p:nvPr/>
        </p:nvSpPr>
        <p:spPr>
          <a:xfrm>
            <a:off x="3857939" y="1903375"/>
            <a:ext cx="84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snake</a:t>
            </a:r>
            <a:endParaRPr sz="1200">
              <a:solidFill>
                <a:schemeClr val="accent2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71" name="Google Shape;671;p65"/>
          <p:cNvSpPr txBox="1"/>
          <p:nvPr/>
        </p:nvSpPr>
        <p:spPr>
          <a:xfrm>
            <a:off x="3895514" y="2460225"/>
            <a:ext cx="84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empty</a:t>
            </a:r>
            <a:endParaRPr sz="1200">
              <a:solidFill>
                <a:schemeClr val="accen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72" name="Google Shape;672;p65"/>
          <p:cNvSpPr txBox="1"/>
          <p:nvPr/>
        </p:nvSpPr>
        <p:spPr>
          <a:xfrm>
            <a:off x="3857942" y="3017063"/>
            <a:ext cx="84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smooth</a:t>
            </a:r>
            <a:endParaRPr sz="1200">
              <a:solidFill>
                <a:schemeClr val="lt2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73" name="Google Shape;673;p65"/>
          <p:cNvSpPr txBox="1"/>
          <p:nvPr/>
        </p:nvSpPr>
        <p:spPr>
          <a:xfrm>
            <a:off x="3863213" y="3573925"/>
            <a:ext cx="11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combined</a:t>
            </a:r>
            <a:endParaRPr sz="1200">
              <a:solidFill>
                <a:schemeClr val="dk2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74" name="Google Shape;674;p65"/>
          <p:cNvSpPr txBox="1"/>
          <p:nvPr/>
        </p:nvSpPr>
        <p:spPr>
          <a:xfrm>
            <a:off x="2642600" y="4636275"/>
            <a:ext cx="20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*different heuristics/depths encompassed in combined statistic</a:t>
            </a:r>
            <a:endParaRPr sz="9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65"/>
          <p:cNvSpPr txBox="1"/>
          <p:nvPr/>
        </p:nvSpPr>
        <p:spPr>
          <a:xfrm>
            <a:off x="5668550" y="1539575"/>
            <a:ext cx="2840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Clearly, the models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outperformed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everyone in the group. But, we are unable to extrapolate this Human-AI performance comparison to the highest human performers as we couldn’t locate reliable data. With that said, this comparison still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illustrates the difference in performance between the average human player of 2048 and our different heuristic-based AI models.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Retrospective">
  <a:themeElements>
    <a:clrScheme name="Simple Light">
      <a:dk1>
        <a:srgbClr val="303030"/>
      </a:dk1>
      <a:lt1>
        <a:srgbClr val="F6F6F1"/>
      </a:lt1>
      <a:dk2>
        <a:srgbClr val="E1783D"/>
      </a:dk2>
      <a:lt2>
        <a:srgbClr val="EDAD51"/>
      </a:lt2>
      <a:accent1>
        <a:srgbClr val="EAEBBA"/>
      </a:accent1>
      <a:accent2>
        <a:srgbClr val="A5B4A5"/>
      </a:accent2>
      <a:accent3>
        <a:srgbClr val="78909C"/>
      </a:accent3>
      <a:accent4>
        <a:srgbClr val="496649"/>
      </a:accent4>
      <a:accent5>
        <a:srgbClr val="303030"/>
      </a:accent5>
      <a:accent6>
        <a:srgbClr val="F6F6F1"/>
      </a:accent6>
      <a:hlink>
        <a:srgbClr val="E178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